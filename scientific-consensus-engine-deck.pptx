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 Engine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adversarial debate for drug target discovery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BioAgents  ·  Powered by Nebius Token Factory  ·  CHP-governed consensus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NUCLEATE NYC BIOHACK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 is outpacing the scientists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2M+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published per year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every 12 years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3774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~300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4617720" y="40233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a human can read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with comprehension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3774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8412480" y="40233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preclinical research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irreproducible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cross-field connections — and viable drug targets — are systematically missed.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debate arena for hypotheses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AI agents argue for and against a scientific hypothesis using real literature. The Consensus Hardening Protocol governs the debate — producing traceable, auditable conclusions and surfacing drug target candidates humans would miss.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0" y="2331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PubMed, arXiv, bioRxiv, patents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297180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 vs Skeptic vs Validator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393192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 state machine + evidence audit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48920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4846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5212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targets with confidence scores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personas, one verdict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5661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214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maximum supporting evidence. Lower threshold — builds the case.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03120"/>
            <a:ext cx="356616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214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Skeptic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REVIEWER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every claim. Demands P&lt;0.05, sample sizes, controls.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103120"/>
            <a:ext cx="3566160" cy="457200"/>
          </a:xfrm>
          <a:prstGeom prst="rect">
            <a:avLst/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1214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META-SCIENTIST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citations, evaluates both sides, checks data integrity.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PROTOCOL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rounds to a Bayesian verdict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read context papers from the Ingestion Engine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 presents the supporting case with citations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challenges each claim with counter-evidence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34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434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fact-checks all citations and data integrity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updates position (Bayesian) → CHP consolidates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HARDENING PROTOCOL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interesting idea to validated finding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 GATE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2103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check · attack vectors · counter-evidence loaded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8803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063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gather supporting + contradicting evidence with citations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8404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233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PROVISIONAL LOCK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weight ≥ 0.7 — audit trail frozen, awaiting review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8006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83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4983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· hash-stamped · added to knowledge base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NEBIUS TOKEN FACTORY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five capabilities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reasoning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24688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deepseek-ai/DeepSeek-V3.2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24688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debate agent's deep reasoning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3154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meta-llama/Llama-3.3-70B-Instruct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31546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papers, manages debate, synthesizes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40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3840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8404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PubMed / arXiv queries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embeddings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4526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Qwen/Qwen3-Embedding-8B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45262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4096-dim vectors for RAG + similarity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12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5212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response format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52120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debate records &amp; evidence traces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CAR-T resistance — a live hypothesis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TRAF2 a mediator of CAR-T resistance via NF-κB → IL-6 signaling?"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383280"/>
            <a:ext cx="35661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supporting studies — TRAF2 knockdown restores CAR-T efficacy in vitro (PMID 38xxxxxx)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38328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3383280"/>
            <a:ext cx="35661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Skeptic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0233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Contradicting murine data — IL-6 blockade alone insufficient; alternative TRAF6 pathway implicated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338328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383280"/>
            <a:ext cx="3566160" cy="73152"/>
          </a:xfrm>
          <a:prstGeom prst="rect">
            <a:avLst/>
          </a:prstGeom>
          <a:solidFill>
            <a:srgbClr val="0B1B3B"/>
          </a:solidFill>
          <a:ln w="12700">
            <a:solidFill>
              <a:srgbClr val="0B1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40233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citations verified. Evidence weight = 0.74 → PROVISIONAL LOCK. Flag for wet-lab review.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 science at machine scale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3152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claim cited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/ arXiv ID attached to every supporting or contradicting statement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73152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by design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agents prevent confirmation bias built into single-model RAG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updating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on new publications — conclusions evolve with the literature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73152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206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4846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PROVISIONAL_LOCK stops the model before it overclaims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B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  ·  Nucleate NYC BioHack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0" y="6601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the targets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would miss.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Consensus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codeberg.org/cubiczan/scientific-consensus-engine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BioAgents  ·  Nucleate NYC BioHack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2026-06-06T17:05:56Z</dcterms:created>
  <dcterms:modified xsi:type="dcterms:W3CDTF">2026-06-06T17:05:56Z</dcterms:modified>
</cp:coreProperties>
</file>